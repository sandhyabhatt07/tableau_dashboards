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PES2PGE23DS126-SandhyaBS/Story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15F2F31C-8AEF-44C1-8246-EE135C2DE0D1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PES2PGE23DS126-Sandhya B 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99D5EB4D-EE6C-4393-BED4-0918C59D90F3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11/30/2025 9:33:24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1" id="2" name="slide2">
            <a:extLst>
              <a:ext uri="{FF2B5EF4-FFF2-40B4-BE49-F238E27FC236}">
                <a16:creationId xmlns:a16="http://schemas.microsoft.com/office/drawing/2014/main" id="{8E3C7ACA-C1B8-4C9F-91C9-71CE2587CD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575310"/>
            <a:ext cx="10210800" cy="570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2" id="3" name="slide3">
            <a:extLst>
              <a:ext uri="{FF2B5EF4-FFF2-40B4-BE49-F238E27FC236}">
                <a16:creationId xmlns:a16="http://schemas.microsoft.com/office/drawing/2014/main" id="{9C531156-626A-465E-B08A-39685082E25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575310"/>
            <a:ext cx="10210800" cy="570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3" id="4" name="slide4">
            <a:extLst>
              <a:ext uri="{FF2B5EF4-FFF2-40B4-BE49-F238E27FC236}">
                <a16:creationId xmlns:a16="http://schemas.microsoft.com/office/drawing/2014/main" id="{D6EF5682-5CDB-4FE6-A53F-B3EDB4D574E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575310"/>
            <a:ext cx="10210800" cy="570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4" id="5" name="slide5">
            <a:extLst>
              <a:ext uri="{FF2B5EF4-FFF2-40B4-BE49-F238E27FC236}">
                <a16:creationId xmlns:a16="http://schemas.microsoft.com/office/drawing/2014/main" id="{B22BBC5D-8067-483C-BAB4-BBC9115EAF7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575310"/>
            <a:ext cx="10210800" cy="570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5" id="6" name="slide6">
            <a:extLst>
              <a:ext uri="{FF2B5EF4-FFF2-40B4-BE49-F238E27FC236}">
                <a16:creationId xmlns:a16="http://schemas.microsoft.com/office/drawing/2014/main" id="{D7065A63-7FEA-4032-9DAA-A3BCE4D0A6F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575310"/>
            <a:ext cx="10210800" cy="570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2025-11-30T09:33:25Z</dcterms:created>
  <dcterms:modified xsi:type="dcterms:W3CDTF">2025-11-30T09:33:25Z</dcterms:modified>
</cp:coreProperties>
</file>